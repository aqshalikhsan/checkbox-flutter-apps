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85" r:id="rId3"/>
    <p:sldId id="286" r:id="rId4"/>
    <p:sldId id="287" r:id="rId5"/>
    <p:sldId id="28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0BB997-C8FA-4CF7-9C77-EB42DFDC6E2F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853064-D233-40B9-94E8-347DCF702E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80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853064-D233-40B9-94E8-347DCF702ED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0153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853064-D233-40B9-94E8-347DCF702ED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708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41926-8887-EDF3-5A84-190370722E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666980-28C6-0EA3-4AC2-7F6E2A96A3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6CFBC-DB5B-25F2-1B9B-CACD4180C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F2684-FA47-47B3-BB08-BF54542D597C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8B2F9-137B-7625-5776-E707382E0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61B71-1732-0A52-8B31-607B1C9F4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9589-72CE-4107-972A-46B2A0BA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718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9ABFE-959B-F7BB-257A-4807DC23E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84C4B-9299-C726-1F33-31A568592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3E4EE-1650-5D41-BB41-D0CEB0BCA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F2684-FA47-47B3-BB08-BF54542D597C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04717-EEAC-5A60-3D0B-798DC7EC5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8421C-CA2F-BDF6-8293-6702237C3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9589-72CE-4107-972A-46B2A0BA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861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04763-FD2A-932F-7027-31276A6A7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ED40A8-DA38-8799-1F7A-7F4A5E684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EF7BD-ABDF-47C4-091C-17CEC2398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F2684-FA47-47B3-BB08-BF54542D597C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33F3C-ABDB-70D1-AE08-950458FE0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41F0D-7C04-4D9C-B55E-8E49A8ED1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9589-72CE-4107-972A-46B2A0BA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438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ADE85-59D3-9B4B-62D8-5DF8D6FF6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D7914-60FE-A9DF-08F2-A62EF43460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2928F5-ADE9-493A-0556-31DA84E444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67FE8A-32AF-C8F7-7854-FEA4DEBC1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F2684-FA47-47B3-BB08-BF54542D597C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CE9C31-D7B3-3D3F-7552-293772622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35A82F-46D9-5B3E-D3F7-A6B6A1452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9589-72CE-4107-972A-46B2A0BA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299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DE32C-0FC7-4CAF-E3DF-22EE31A9A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08BDF6-1A16-418B-2691-37129DA1C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AAA36E-ED1E-FE4D-DD0A-095DE214E8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FED7C4-A91B-6A03-94D3-76CB8D40E1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E1F4B7-3210-610A-EA3C-A4CB93E2AF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C69784-E5D2-DBE1-C2B3-D8F5A6E65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F2684-FA47-47B3-BB08-BF54542D597C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18A5C3-BF86-FC9E-02EF-BE5FAADD2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5277E8-925A-F395-6711-F512D46D4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9589-72CE-4107-972A-46B2A0BA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389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8DF43-9FE9-5187-F7D5-50F8D1379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5182AF-2FC8-6379-2C5E-443373A16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F2684-FA47-47B3-BB08-BF54542D597C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DB3197-0419-D2B4-B3CA-66611B65E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61711B-701B-5863-A302-E444B4F70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9589-72CE-4107-972A-46B2A0BA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372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7FD1E9-5D3E-9ACE-BF2C-2B9A19854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F2684-FA47-47B3-BB08-BF54542D597C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8A6A3B-0CD7-3A72-3495-02D93AD49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00502-0752-F675-6B23-90DBCEC6C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9589-72CE-4107-972A-46B2A0BA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017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EBD38-6ECF-AEFD-AD60-B1F617511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2CC69-DF78-A9BF-0A92-C960120E8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67C524-7D09-46EC-7BF4-2EF2C616DD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5348A2-EE33-1869-8B10-CB03BFDA4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F2684-FA47-47B3-BB08-BF54542D597C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EFACE4-1D00-005A-E152-9BEDCE1E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A88259-2366-ECD0-6BB7-022CE8948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9589-72CE-4107-972A-46B2A0BA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398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3DB83-C99E-3BBE-FB9F-BEB09EE67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5BA46F-9C5F-F3DE-08A2-BF15FA59DE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E43C6B-9A34-6E56-550C-A085D1690F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E977AC-D755-9767-9509-EAC336DF3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F2684-FA47-47B3-BB08-BF54542D597C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AEC966-F8D8-E989-094D-1BA0EFE02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596D81-03F0-7B4A-D73E-2587E8DA2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9589-72CE-4107-972A-46B2A0BA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381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AAD1B-8837-0079-D5D8-E557931BF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117EB7-C14B-DD01-DE75-F8E5C3BC61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65746-AF6E-348F-8E77-3A41F8F35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F2684-FA47-47B3-BB08-BF54542D597C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E458E-8EAC-1540-F384-C818B8B82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CEF77-3C51-DB00-E5E4-EE3E22FB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9589-72CE-4107-972A-46B2A0BA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2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3F5D68-444F-DD6A-0082-192C589956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474D4B-FC80-B1B3-3E8A-16FD92790F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DDF8A-2B16-ED68-9F2F-CBB74EED3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F2684-FA47-47B3-BB08-BF54542D597C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CCBB0-1F86-E316-CB6C-0DCB2F009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39A30-829B-A842-4449-79186AA3F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9589-72CE-4107-972A-46B2A0BA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767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F65A8E-1D3B-0722-D18B-F460F8D8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B014A-AA7C-85A2-7FCE-452CE9440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FE00B-CD17-16BD-756E-DDFF50F72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6F2684-FA47-47B3-BB08-BF54542D597C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F8A29-21DB-3B25-6AA9-1B6F17424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32820-1F89-CD56-F30A-21DF44CDF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3A9589-72CE-4107-972A-46B2A0BA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0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92DFD-C807-556A-24B0-8C4F10219A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/>
          </a:bodyPr>
          <a:lstStyle/>
          <a:p>
            <a:r>
              <a:rPr lang="en-US" sz="7300" b="1" dirty="0"/>
              <a:t>Text Field</a:t>
            </a:r>
            <a:br>
              <a:rPr lang="en-US" b="1" dirty="0"/>
            </a:br>
            <a:r>
              <a:rPr lang="en-US" sz="3600" b="1" dirty="0"/>
              <a:t>TKK Mobile Apps</a:t>
            </a:r>
            <a:br>
              <a:rPr lang="en-US" sz="5400" b="1" dirty="0"/>
            </a:br>
            <a:r>
              <a:rPr lang="en-US" sz="2400" b="1" dirty="0" err="1"/>
              <a:t>Aqshal</a:t>
            </a:r>
            <a:r>
              <a:rPr lang="en-US" sz="2400" b="1" dirty="0"/>
              <a:t> Nur </a:t>
            </a:r>
            <a:r>
              <a:rPr lang="en-US" sz="2400" b="1" dirty="0" err="1"/>
              <a:t>Ikhsan</a:t>
            </a:r>
            <a:r>
              <a:rPr lang="en-US" sz="2400" b="1" dirty="0"/>
              <a:t> </a:t>
            </a:r>
            <a:r>
              <a:rPr lang="en-US" sz="2400" b="1" dirty="0" err="1"/>
              <a:t>S.Si</a:t>
            </a:r>
            <a:r>
              <a:rPr lang="en-US" sz="2400" b="1" dirty="0"/>
              <a:t>., </a:t>
            </a:r>
            <a:r>
              <a:rPr lang="en-US" sz="2400" b="1" dirty="0" err="1"/>
              <a:t>M.Si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7AE8EC-9FD5-B693-6F4D-FEDFB3454D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666" y="822570"/>
            <a:ext cx="2438401" cy="120491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26E4AF2-7A28-A017-B392-4775096D381C}"/>
              </a:ext>
            </a:extLst>
          </p:cNvPr>
          <p:cNvSpPr/>
          <p:nvPr/>
        </p:nvSpPr>
        <p:spPr>
          <a:xfrm>
            <a:off x="0" y="6325849"/>
            <a:ext cx="12192000" cy="53215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0447A9-F504-375D-255C-ED2762057E03}"/>
              </a:ext>
            </a:extLst>
          </p:cNvPr>
          <p:cNvSpPr/>
          <p:nvPr/>
        </p:nvSpPr>
        <p:spPr>
          <a:xfrm>
            <a:off x="0" y="-1719"/>
            <a:ext cx="12192000" cy="53215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59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DA603C7-A84E-7F47-8F34-EE5C5C453C2E}"/>
              </a:ext>
            </a:extLst>
          </p:cNvPr>
          <p:cNvSpPr txBox="1">
            <a:spLocks/>
          </p:cNvSpPr>
          <p:nvPr/>
        </p:nvSpPr>
        <p:spPr>
          <a:xfrm>
            <a:off x="366010" y="127416"/>
            <a:ext cx="6214672" cy="1019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600" b="1" dirty="0">
                <a:latin typeface="+mn-lt"/>
              </a:rPr>
              <a:t>TEXT FIELD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D8DD1C-1899-13BF-A632-BDF668914E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344" t="22392" r="52664" b="9269"/>
          <a:stretch/>
        </p:blipFill>
        <p:spPr>
          <a:xfrm>
            <a:off x="670185" y="1536490"/>
            <a:ext cx="2803161" cy="46844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C758FC-8D13-B405-7DAF-A9FD885A83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714" t="22392" r="52295" b="9269"/>
          <a:stretch/>
        </p:blipFill>
        <p:spPr>
          <a:xfrm>
            <a:off x="4319665" y="1536489"/>
            <a:ext cx="2803161" cy="46844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1AD4EA-DC7C-1571-1EBD-265A473776E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4836" t="22392" r="52173" b="9269"/>
          <a:stretch/>
        </p:blipFill>
        <p:spPr>
          <a:xfrm>
            <a:off x="7969145" y="1536489"/>
            <a:ext cx="2803161" cy="46844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33119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DA603C7-A84E-7F47-8F34-EE5C5C453C2E}"/>
              </a:ext>
            </a:extLst>
          </p:cNvPr>
          <p:cNvSpPr txBox="1">
            <a:spLocks/>
          </p:cNvSpPr>
          <p:nvPr/>
        </p:nvSpPr>
        <p:spPr>
          <a:xfrm>
            <a:off x="366010" y="127416"/>
            <a:ext cx="6214672" cy="1019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600" b="1" dirty="0">
                <a:latin typeface="+mn-lt"/>
              </a:rPr>
              <a:t>CHECKBOX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5A876B-99AD-7C89-32BC-EAD00CC3C0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081" t="20532" r="52049" b="8613"/>
          <a:stretch/>
        </p:blipFill>
        <p:spPr>
          <a:xfrm>
            <a:off x="2563317" y="1146747"/>
            <a:ext cx="2788171" cy="48568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C16C0D-7DE8-5235-9189-A81998A3DD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713" t="21625" r="52418" b="9051"/>
          <a:stretch/>
        </p:blipFill>
        <p:spPr>
          <a:xfrm>
            <a:off x="6305862" y="1251678"/>
            <a:ext cx="2788171" cy="47518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E1C7846-C1D6-F135-195A-BB0D8118BCD5}"/>
              </a:ext>
            </a:extLst>
          </p:cNvPr>
          <p:cNvSpPr txBox="1"/>
          <p:nvPr/>
        </p:nvSpPr>
        <p:spPr>
          <a:xfrm>
            <a:off x="4287185" y="6361252"/>
            <a:ext cx="3025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Ada Fitur Create, Delete, Save</a:t>
            </a:r>
          </a:p>
        </p:txBody>
      </p:sp>
    </p:spTree>
    <p:extLst>
      <p:ext uri="{BB962C8B-B14F-4D97-AF65-F5344CB8AC3E}">
        <p14:creationId xmlns:p14="http://schemas.microsoft.com/office/powerpoint/2010/main" val="3864144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D0F94-2C26-3121-8356-9724F27B2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0A3B6-1EBB-5A2F-5B75-57B280804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6723A7-8C46-1E81-FA26-EFD5681E98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05" t="9911" r="11045" b="7301"/>
          <a:stretch/>
        </p:blipFill>
        <p:spPr>
          <a:xfrm>
            <a:off x="629588" y="591603"/>
            <a:ext cx="10515600" cy="567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492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0DE1A-D2D8-ADC2-2808-A50F6A053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E7F02-80CA-8E14-7E89-770D0B8CE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EE71E6-7075-CD45-027A-0CFD58523B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21" t="9911" r="30410" b="9911"/>
          <a:stretch/>
        </p:blipFill>
        <p:spPr>
          <a:xfrm>
            <a:off x="1958714" y="681037"/>
            <a:ext cx="8274571" cy="5495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442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4023</TotalTime>
  <Words>29</Words>
  <Application>Microsoft Office PowerPoint</Application>
  <PresentationFormat>Widescreen</PresentationFormat>
  <Paragraphs>6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Text Field TKK Mobile Apps Aqshal Nur Ikhsan S.Si., M.Si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177</cp:revision>
  <dcterms:created xsi:type="dcterms:W3CDTF">2024-08-24T02:45:45Z</dcterms:created>
  <dcterms:modified xsi:type="dcterms:W3CDTF">2024-10-06T18:43:40Z</dcterms:modified>
</cp:coreProperties>
</file>